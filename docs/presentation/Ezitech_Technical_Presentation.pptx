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486400" cy="5486400"/>
          </a:xfrm>
          <a:prstGeom prst="ellipse">
            <a:avLst/>
          </a:prstGeom>
          <a:solidFill>
            <a:srgbClr val="6C8C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6400800" cy="6400800"/>
          </a:xfrm>
          <a:prstGeom prst="ellipse">
            <a:avLst/>
          </a:prstGeom>
          <a:solidFill>
            <a:srgbClr val="35D6C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4389120"/>
            <a:ext cx="4572000" cy="4572000"/>
          </a:xfrm>
          <a:prstGeom prst="ellipse">
            <a:avLst/>
          </a:prstGeom>
          <a:solidFill>
            <a:srgbClr val="B07C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FLUTR-002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Ezitech Enterprise Smart Learning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Internship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— Architecture, MVP Scope, and Live Demonstration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Implementation  ·  Clean Architecture  ·  Offline-First  ·  Glass Morphism UI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walkthrough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layering across all 9 built modules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933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3774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queue, exponential backoff, real file downloads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3410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morphism tokens and shared components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4107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410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Decisions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37947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scope, what's deliberately backlogged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280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459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5212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integrations still needing confirmation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8280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6948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5212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user journey, end to end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three layers, every feature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8C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Riverpod providers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widgets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33088" y="32004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5D6C4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Entities (pure Dart)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Repository contracts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cases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27848" y="32004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0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 (JSON)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Remote + local datasources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Repository implementations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direction: presentation and data both depend on domain's abstract contracts — never on each other's concrete classes. That's what lets a domain-layer use case be unit-tested with a hand-written fake repository, zero network or widget tree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survives being offline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96112"/>
          </a:xfrm>
          <a:prstGeom prst="roundRect">
            <a:avLst>
              <a:gd name="adj" fmla="val 12245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93976"/>
            <a:ext cx="457200" cy="457200"/>
          </a:xfrm>
          <a:prstGeom prst="ellipse">
            <a:avLst/>
          </a:prstGeom>
          <a:solidFill>
            <a:srgbClr val="35D6C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write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0253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calls the repository. Local Hive cache updates immediately — no network wait.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896112"/>
          </a:xfrm>
          <a:prstGeom prst="roundRect">
            <a:avLst>
              <a:gd name="adj" fmla="val 12245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45536"/>
            <a:ext cx="457200" cy="457200"/>
          </a:xfrm>
          <a:prstGeom prst="ellipse">
            <a:avLst/>
          </a:prstGeom>
          <a:solidFill>
            <a:srgbClr val="35D6C4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0540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enqueue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05409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is queued as an OutboxItem, keyed by payload type.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896112"/>
          </a:xfrm>
          <a:prstGeom prst="roundRect">
            <a:avLst>
              <a:gd name="adj" fmla="val 12245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97096"/>
            <a:ext cx="457200" cy="457200"/>
          </a:xfrm>
          <a:prstGeom prst="ellipse">
            <a:avLst/>
          </a:prstGeom>
          <a:solidFill>
            <a:srgbClr val="35D6C4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056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1056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SyncWorker drains the queue on reconnect and on a 15s timer.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896112"/>
          </a:xfrm>
          <a:prstGeom prst="roundRect">
            <a:avLst>
              <a:gd name="adj" fmla="val 12245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48656"/>
            <a:ext cx="457200" cy="457200"/>
          </a:xfrm>
          <a:prstGeom prst="ellipse">
            <a:avLst/>
          </a:prstGeom>
          <a:solidFill>
            <a:srgbClr val="35D6C4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1572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15721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items retry at 10s → 20s → 40s… capped at 5 min, not hammering a dead endpoint.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morphism, one shared component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8C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249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active states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1488" y="187452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90088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5D6C4"/>
          </a:solidFill>
          <a:ln/>
        </p:spPr>
      </p:sp>
      <p:sp>
        <p:nvSpPr>
          <p:cNvPr id="10" name="Text 8"/>
          <p:cNvSpPr/>
          <p:nvPr/>
        </p:nvSpPr>
        <p:spPr>
          <a:xfrm>
            <a:off x="2990088" y="27249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0088" y="3017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sync-complete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4336" y="187452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02936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B648"/>
          </a:solidFill>
          <a:ln/>
        </p:spPr>
      </p:sp>
      <p:sp>
        <p:nvSpPr>
          <p:cNvPr id="14" name="Text 12"/>
          <p:cNvSpPr/>
          <p:nvPr/>
        </p:nvSpPr>
        <p:spPr>
          <a:xfrm>
            <a:off x="5202936" y="27249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2936" y="3017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offline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187452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15784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15784" y="27249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15784" y="3017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errors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187452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28632" y="20848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0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9628632" y="27249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28632" y="3017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AI Assistant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434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AmbientBackground — dark gradient + drifting blobs so blur reads as glass, not smudge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GlassContainer — blur + translucent fill + sheen + shadow, the base of every panel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GlassCard — GlassContainer with press feedback, for anything tappable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ResponsiveCenter — caps content width on tablets, added in the Week 4 pass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Riverpod, one pattern per job — never mixed with BLoC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clients, repositories, use cases — constructed once, handed down.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FutureProvider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4414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async reads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lists, assignment detail, chat history load.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0416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StateNotifierProvider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Multi-trigger state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status, chat history — appends optimistically, no flicker.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0416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StreamProvider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4407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events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4754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sync status, incoming FCM notifications.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now, Full-Scope Backlog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MVP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 (JWT + biometric)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Course Management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12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Internship Portal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Management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Learning (schedule/join/attendance)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Assistant (chat)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248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Engineering Portfolio (read-only)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632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 Center (FCM)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Full-Scope Backlog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Community module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Analytics module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session chat + recording playback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3712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study plans + course recommendations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Multi-device session management UI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Bonus: Picture-in-Picture video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Bonus: Smart Video Resume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5248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Bonus: QR attendance, Digital Student ID, Voice Notes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SLIDE CAREFULLY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an assumption, not a validated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works end-to-end against seed data. None of it has been confirmed against a real backend, because none of these API contracts have been provided yet: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3288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8620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don't exist at all without it — not limited, absent.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53288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Ezitech LMS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8620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 is placeholder public video/PDF URLs.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95020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Management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queue forever with no server to drain into.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95020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Portal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 and mentor feedback are seed data.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36752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provider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6967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whether Join stays an external link or needs an embedded SDK.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51663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5367528"/>
            <a:ext cx="128016" cy="82296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backend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56967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keyword-matched canned responses, not real AI.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self-assessment, not a status-green rubber stamp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32688"/>
          </a:xfrm>
          <a:prstGeom prst="roundRect">
            <a:avLst>
              <a:gd name="adj" fmla="val 11765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99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MVP journey on Android + iOS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52160" y="20299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— never compiled, no toolchain in the build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932688"/>
          </a:xfrm>
          <a:prstGeom prst="roundRect">
            <a:avLst>
              <a:gd name="adj" fmla="val 11765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272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flows work, sync cleanly on reconnect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0" y="31272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Outbox/backoff logic unit-tested; no end-to-end device test yet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932688"/>
          </a:xfrm>
          <a:prstGeom prst="roundRect">
            <a:avLst>
              <a:gd name="adj" fmla="val 11765"/>
            </a:avLst>
          </a:prstGeom>
          <a:solidFill>
            <a:srgbClr val="141B34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24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consistent, analyze clean, domain tests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0" y="42245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consistent; flutter analyze never run — no tool available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64240" cy="932688"/>
          </a:xfrm>
          <a:prstGeom prst="roundRect">
            <a:avLst>
              <a:gd name="adj" fmla="val 11765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present, presentation + demo ready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53218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with signed APK and iOS build explicitly still blocked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35D6C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user journey, end to end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9110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+ biometric unlock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780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active course, internship, tasks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0449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stream video, read PDF, progress saves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case study, submit weekly report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33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178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upload file + GitHub link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7457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deep-links to an assignment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67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5312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mode: continue offline, reconnect syncs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notes, including which parts are seed data vs. real: docs/DEMO_SCRIPT.md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before Week 5 work starts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B1440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new feature work and confirm at least one real API integration before building Community/Analytics on the same unverified foundation. Business Logic (20%) and API Integration (15%) — 35% of the evaluation weight — currently rests on assumed contracts.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architecture, scope trade-offs, or the live demo.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2026-07-12T09:34:51Z</dcterms:created>
  <dcterms:modified xsi:type="dcterms:W3CDTF">2026-07-12T09:34:51Z</dcterms:modified>
</cp:coreProperties>
</file>